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7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0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6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9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3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1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0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9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9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3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43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9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187F7A-920C-B377-65E8-1CF4CBCE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8AC7F-05ED-ED83-1DDC-CC92DB741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5293849"/>
            <a:ext cx="7202558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Long time, no see!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E8526-6E23-F10F-2394-C03A32EAA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2157" y="5293850"/>
            <a:ext cx="3874124" cy="1178688"/>
          </a:xfrm>
        </p:spPr>
        <p:txBody>
          <a:bodyPr anchor="ctr">
            <a:normAutofit/>
          </a:bodyPr>
          <a:lstStyle/>
          <a:p>
            <a:pPr algn="r"/>
            <a:r>
              <a:rPr lang="en-US" dirty="0"/>
              <a:t>Consequences of Waning </a:t>
            </a:r>
            <a:r>
              <a:rPr lang="en-US"/>
              <a:t>Immunity Between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D5910-8E09-EF19-D706-8407DCC3F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05" b="5378"/>
          <a:stretch>
            <a:fillRect/>
          </a:stretch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5017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VanillaVTI</vt:lpstr>
      <vt:lpstr>Long time, no see!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Hirst, Cora</dc:creator>
  <cp:lastModifiedBy>Hirst, Cora</cp:lastModifiedBy>
  <cp:revision>1</cp:revision>
  <dcterms:created xsi:type="dcterms:W3CDTF">2026-04-14T00:26:23Z</dcterms:created>
  <dcterms:modified xsi:type="dcterms:W3CDTF">2026-04-14T00:29:57Z</dcterms:modified>
</cp:coreProperties>
</file>